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sldIdLst>
    <p:sldId id="261" r:id="rId2"/>
  </p:sldIdLst>
  <p:sldSz cx="12192000" cy="4500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lius Fenn" initials="JF" lastIdx="8" clrIdx="0">
    <p:extLst>
      <p:ext uri="{19B8F6BF-5375-455C-9EA6-DF929625EA0E}">
        <p15:presenceInfo xmlns:p15="http://schemas.microsoft.com/office/powerpoint/2012/main" userId="4969b09ad1230f2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D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81" autoAdjust="0"/>
    <p:restoredTop sz="96197"/>
  </p:normalViewPr>
  <p:slideViewPr>
    <p:cSldViewPr snapToGrid="0">
      <p:cViewPr varScale="1">
        <p:scale>
          <a:sx n="126" d="100"/>
          <a:sy n="126" d="100"/>
        </p:scale>
        <p:origin x="168" y="10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C10B95-DE72-CA42-8E03-6337D8532236}" type="datetimeFigureOut">
              <a:rPr lang="de-DE" smtClean="0"/>
              <a:t>09.12.2025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-750888" y="1143000"/>
            <a:ext cx="835977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58975E-8E9A-1446-8739-76B5A1BBE2A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5523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867025" y="1143000"/>
            <a:ext cx="1259205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D08F78-4A22-0044-A158-870781059125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2503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736551"/>
            <a:ext cx="9144000" cy="1566863"/>
          </a:xfrm>
        </p:spPr>
        <p:txBody>
          <a:bodyPr anchor="b"/>
          <a:lstStyle>
            <a:lvl1pPr algn="ctr">
              <a:defRPr sz="3938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363838"/>
            <a:ext cx="9144000" cy="1086594"/>
          </a:xfrm>
        </p:spPr>
        <p:txBody>
          <a:bodyPr/>
          <a:lstStyle>
            <a:lvl1pPr marL="0" indent="0" algn="ctr">
              <a:buNone/>
              <a:defRPr sz="1575"/>
            </a:lvl1pPr>
            <a:lvl2pPr marL="300060" indent="0" algn="ctr">
              <a:buNone/>
              <a:defRPr sz="1313"/>
            </a:lvl2pPr>
            <a:lvl3pPr marL="600121" indent="0" algn="ctr">
              <a:buNone/>
              <a:defRPr sz="1181"/>
            </a:lvl3pPr>
            <a:lvl4pPr marL="900181" indent="0" algn="ctr">
              <a:buNone/>
              <a:defRPr sz="1050"/>
            </a:lvl4pPr>
            <a:lvl5pPr marL="1200241" indent="0" algn="ctr">
              <a:buNone/>
              <a:defRPr sz="1050"/>
            </a:lvl5pPr>
            <a:lvl6pPr marL="1500302" indent="0" algn="ctr">
              <a:buNone/>
              <a:defRPr sz="1050"/>
            </a:lvl6pPr>
            <a:lvl7pPr marL="1800362" indent="0" algn="ctr">
              <a:buNone/>
              <a:defRPr sz="1050"/>
            </a:lvl7pPr>
            <a:lvl8pPr marL="2100423" indent="0" algn="ctr">
              <a:buNone/>
              <a:defRPr sz="1050"/>
            </a:lvl8pPr>
            <a:lvl9pPr marL="2400483" indent="0" algn="ctr">
              <a:buNone/>
              <a:defRPr sz="105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878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122016"/>
            <a:ext cx="10515600" cy="1872109"/>
          </a:xfrm>
        </p:spPr>
        <p:txBody>
          <a:bodyPr anchor="b"/>
          <a:lstStyle>
            <a:lvl1pPr>
              <a:defRPr sz="3938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011836"/>
            <a:ext cx="10515600" cy="984498"/>
          </a:xfrm>
        </p:spPr>
        <p:txBody>
          <a:bodyPr/>
          <a:lstStyle>
            <a:lvl1pPr marL="0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1pPr>
            <a:lvl2pPr marL="300060" indent="0">
              <a:buNone/>
              <a:defRPr sz="1313">
                <a:solidFill>
                  <a:schemeClr val="tx1">
                    <a:tint val="75000"/>
                  </a:schemeClr>
                </a:solidFill>
              </a:defRPr>
            </a:lvl2pPr>
            <a:lvl3pPr marL="600121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3pPr>
            <a:lvl4pPr marL="900181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200241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500302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1800362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100423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400483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290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198066"/>
            <a:ext cx="5181600" cy="285556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198066"/>
            <a:ext cx="5181600" cy="285556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30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9614"/>
            <a:ext cx="10515600" cy="86990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103263"/>
            <a:ext cx="5157787" cy="540692"/>
          </a:xfrm>
        </p:spPr>
        <p:txBody>
          <a:bodyPr anchor="b"/>
          <a:lstStyle>
            <a:lvl1pPr marL="0" indent="0">
              <a:buNone/>
              <a:defRPr sz="1575" b="1"/>
            </a:lvl1pPr>
            <a:lvl2pPr marL="300060" indent="0">
              <a:buNone/>
              <a:defRPr sz="1313" b="1"/>
            </a:lvl2pPr>
            <a:lvl3pPr marL="600121" indent="0">
              <a:buNone/>
              <a:defRPr sz="1181" b="1"/>
            </a:lvl3pPr>
            <a:lvl4pPr marL="900181" indent="0">
              <a:buNone/>
              <a:defRPr sz="1050" b="1"/>
            </a:lvl4pPr>
            <a:lvl5pPr marL="1200241" indent="0">
              <a:buNone/>
              <a:defRPr sz="1050" b="1"/>
            </a:lvl5pPr>
            <a:lvl6pPr marL="1500302" indent="0">
              <a:buNone/>
              <a:defRPr sz="1050" b="1"/>
            </a:lvl6pPr>
            <a:lvl7pPr marL="1800362" indent="0">
              <a:buNone/>
              <a:defRPr sz="1050" b="1"/>
            </a:lvl7pPr>
            <a:lvl8pPr marL="2100423" indent="0">
              <a:buNone/>
              <a:defRPr sz="1050" b="1"/>
            </a:lvl8pPr>
            <a:lvl9pPr marL="2400483" indent="0">
              <a:buNone/>
              <a:defRPr sz="105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643956"/>
            <a:ext cx="5157787" cy="241801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03263"/>
            <a:ext cx="5183188" cy="540692"/>
          </a:xfrm>
        </p:spPr>
        <p:txBody>
          <a:bodyPr anchor="b"/>
          <a:lstStyle>
            <a:lvl1pPr marL="0" indent="0">
              <a:buNone/>
              <a:defRPr sz="1575" b="1"/>
            </a:lvl1pPr>
            <a:lvl2pPr marL="300060" indent="0">
              <a:buNone/>
              <a:defRPr sz="1313" b="1"/>
            </a:lvl2pPr>
            <a:lvl3pPr marL="600121" indent="0">
              <a:buNone/>
              <a:defRPr sz="1181" b="1"/>
            </a:lvl3pPr>
            <a:lvl4pPr marL="900181" indent="0">
              <a:buNone/>
              <a:defRPr sz="1050" b="1"/>
            </a:lvl4pPr>
            <a:lvl5pPr marL="1200241" indent="0">
              <a:buNone/>
              <a:defRPr sz="1050" b="1"/>
            </a:lvl5pPr>
            <a:lvl6pPr marL="1500302" indent="0">
              <a:buNone/>
              <a:defRPr sz="1050" b="1"/>
            </a:lvl6pPr>
            <a:lvl7pPr marL="1800362" indent="0">
              <a:buNone/>
              <a:defRPr sz="1050" b="1"/>
            </a:lvl7pPr>
            <a:lvl8pPr marL="2100423" indent="0">
              <a:buNone/>
              <a:defRPr sz="1050" b="1"/>
            </a:lvl8pPr>
            <a:lvl9pPr marL="2400483" indent="0">
              <a:buNone/>
              <a:defRPr sz="105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643956"/>
            <a:ext cx="5183188" cy="241801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891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7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1371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00038"/>
            <a:ext cx="3932237" cy="1050131"/>
          </a:xfrm>
        </p:spPr>
        <p:txBody>
          <a:bodyPr anchor="b"/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647998"/>
            <a:ext cx="6172200" cy="3198317"/>
          </a:xfrm>
        </p:spPr>
        <p:txBody>
          <a:bodyPr/>
          <a:lstStyle>
            <a:lvl1pPr>
              <a:defRPr sz="2100"/>
            </a:lvl1pPr>
            <a:lvl2pPr>
              <a:defRPr sz="1838"/>
            </a:lvl2pPr>
            <a:lvl3pPr>
              <a:defRPr sz="1575"/>
            </a:lvl3pPr>
            <a:lvl4pPr>
              <a:defRPr sz="1313"/>
            </a:lvl4pPr>
            <a:lvl5pPr>
              <a:defRPr sz="1313"/>
            </a:lvl5pPr>
            <a:lvl6pPr>
              <a:defRPr sz="1313"/>
            </a:lvl6pPr>
            <a:lvl7pPr>
              <a:defRPr sz="1313"/>
            </a:lvl7pPr>
            <a:lvl8pPr>
              <a:defRPr sz="1313"/>
            </a:lvl8pPr>
            <a:lvl9pPr>
              <a:defRPr sz="1313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350169"/>
            <a:ext cx="3932237" cy="2501355"/>
          </a:xfrm>
        </p:spPr>
        <p:txBody>
          <a:bodyPr/>
          <a:lstStyle>
            <a:lvl1pPr marL="0" indent="0">
              <a:buNone/>
              <a:defRPr sz="1050"/>
            </a:lvl1pPr>
            <a:lvl2pPr marL="300060" indent="0">
              <a:buNone/>
              <a:defRPr sz="919"/>
            </a:lvl2pPr>
            <a:lvl3pPr marL="600121" indent="0">
              <a:buNone/>
              <a:defRPr sz="788"/>
            </a:lvl3pPr>
            <a:lvl4pPr marL="900181" indent="0">
              <a:buNone/>
              <a:defRPr sz="656"/>
            </a:lvl4pPr>
            <a:lvl5pPr marL="1200241" indent="0">
              <a:buNone/>
              <a:defRPr sz="656"/>
            </a:lvl5pPr>
            <a:lvl6pPr marL="1500302" indent="0">
              <a:buNone/>
              <a:defRPr sz="656"/>
            </a:lvl6pPr>
            <a:lvl7pPr marL="1800362" indent="0">
              <a:buNone/>
              <a:defRPr sz="656"/>
            </a:lvl7pPr>
            <a:lvl8pPr marL="2100423" indent="0">
              <a:buNone/>
              <a:defRPr sz="656"/>
            </a:lvl8pPr>
            <a:lvl9pPr marL="2400483" indent="0">
              <a:buNone/>
              <a:defRPr sz="656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762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00038"/>
            <a:ext cx="3932237" cy="1050131"/>
          </a:xfrm>
        </p:spPr>
        <p:txBody>
          <a:bodyPr anchor="b"/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647998"/>
            <a:ext cx="6172200" cy="3198317"/>
          </a:xfrm>
        </p:spPr>
        <p:txBody>
          <a:bodyPr anchor="t"/>
          <a:lstStyle>
            <a:lvl1pPr marL="0" indent="0">
              <a:buNone/>
              <a:defRPr sz="2100"/>
            </a:lvl1pPr>
            <a:lvl2pPr marL="300060" indent="0">
              <a:buNone/>
              <a:defRPr sz="1838"/>
            </a:lvl2pPr>
            <a:lvl3pPr marL="600121" indent="0">
              <a:buNone/>
              <a:defRPr sz="1575"/>
            </a:lvl3pPr>
            <a:lvl4pPr marL="900181" indent="0">
              <a:buNone/>
              <a:defRPr sz="1313"/>
            </a:lvl4pPr>
            <a:lvl5pPr marL="1200241" indent="0">
              <a:buNone/>
              <a:defRPr sz="1313"/>
            </a:lvl5pPr>
            <a:lvl6pPr marL="1500302" indent="0">
              <a:buNone/>
              <a:defRPr sz="1313"/>
            </a:lvl6pPr>
            <a:lvl7pPr marL="1800362" indent="0">
              <a:buNone/>
              <a:defRPr sz="1313"/>
            </a:lvl7pPr>
            <a:lvl8pPr marL="2100423" indent="0">
              <a:buNone/>
              <a:defRPr sz="1313"/>
            </a:lvl8pPr>
            <a:lvl9pPr marL="2400483" indent="0">
              <a:buNone/>
              <a:defRPr sz="1313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350169"/>
            <a:ext cx="3932237" cy="2501355"/>
          </a:xfrm>
        </p:spPr>
        <p:txBody>
          <a:bodyPr/>
          <a:lstStyle>
            <a:lvl1pPr marL="0" indent="0">
              <a:buNone/>
              <a:defRPr sz="1050"/>
            </a:lvl1pPr>
            <a:lvl2pPr marL="300060" indent="0">
              <a:buNone/>
              <a:defRPr sz="919"/>
            </a:lvl2pPr>
            <a:lvl3pPr marL="600121" indent="0">
              <a:buNone/>
              <a:defRPr sz="788"/>
            </a:lvl3pPr>
            <a:lvl4pPr marL="900181" indent="0">
              <a:buNone/>
              <a:defRPr sz="656"/>
            </a:lvl4pPr>
            <a:lvl5pPr marL="1200241" indent="0">
              <a:buNone/>
              <a:defRPr sz="656"/>
            </a:lvl5pPr>
            <a:lvl6pPr marL="1500302" indent="0">
              <a:buNone/>
              <a:defRPr sz="656"/>
            </a:lvl6pPr>
            <a:lvl7pPr marL="1800362" indent="0">
              <a:buNone/>
              <a:defRPr sz="656"/>
            </a:lvl7pPr>
            <a:lvl8pPr marL="2100423" indent="0">
              <a:buNone/>
              <a:defRPr sz="656"/>
            </a:lvl8pPr>
            <a:lvl9pPr marL="2400483" indent="0">
              <a:buNone/>
              <a:defRPr sz="656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219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247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39613"/>
            <a:ext cx="2628900" cy="381401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39613"/>
            <a:ext cx="7734300" cy="381401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566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39614"/>
            <a:ext cx="10515600" cy="869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198066"/>
            <a:ext cx="10515600" cy="2855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4171356"/>
            <a:ext cx="2743200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88342-571A-6841-AC1D-E620118845A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4171356"/>
            <a:ext cx="4114800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4171356"/>
            <a:ext cx="2743200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893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00121" rtl="0" eaLnBrk="1" latinLnBrk="0" hangingPunct="1">
        <a:lnSpc>
          <a:spcPct val="90000"/>
        </a:lnSpc>
        <a:spcBef>
          <a:spcPct val="0"/>
        </a:spcBef>
        <a:buNone/>
        <a:defRPr sz="288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0030" indent="-150030" algn="l" defTabSz="600121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1838" kern="1200">
          <a:solidFill>
            <a:schemeClr val="tx1"/>
          </a:solidFill>
          <a:latin typeface="+mn-lt"/>
          <a:ea typeface="+mn-ea"/>
          <a:cs typeface="+mn-cs"/>
        </a:defRPr>
      </a:lvl1pPr>
      <a:lvl2pPr marL="45009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2pPr>
      <a:lvl3pPr marL="75015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313" kern="1200">
          <a:solidFill>
            <a:schemeClr val="tx1"/>
          </a:solidFill>
          <a:latin typeface="+mn-lt"/>
          <a:ea typeface="+mn-ea"/>
          <a:cs typeface="+mn-cs"/>
        </a:defRPr>
      </a:lvl3pPr>
      <a:lvl4pPr marL="105021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4pPr>
      <a:lvl5pPr marL="135027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5pPr>
      <a:lvl6pPr marL="165033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6pPr>
      <a:lvl7pPr marL="195039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7pPr>
      <a:lvl8pPr marL="2250453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8pPr>
      <a:lvl9pPr marL="2550513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1pPr>
      <a:lvl2pPr marL="300060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2pPr>
      <a:lvl3pPr marL="60012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3pPr>
      <a:lvl4pPr marL="90018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4pPr>
      <a:lvl5pPr marL="120024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5pPr>
      <a:lvl6pPr marL="1500302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6pPr>
      <a:lvl7pPr marL="1800362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7pPr>
      <a:lvl8pPr marL="2100423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8pPr>
      <a:lvl9pPr marL="2400483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Arrow Connector 12">
            <a:extLst>
              <a:ext uri="{FF2B5EF4-FFF2-40B4-BE49-F238E27FC236}">
                <a16:creationId xmlns:a16="http://schemas.microsoft.com/office/drawing/2014/main" id="{9DF0DCD2-CDAD-466C-B2CC-13899D4590F1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1375067" y="2478882"/>
            <a:ext cx="390871" cy="10398"/>
          </a:xfrm>
          <a:prstGeom prst="straightConnector1">
            <a:avLst/>
          </a:prstGeom>
          <a:ln w="47625">
            <a:solidFill>
              <a:srgbClr val="859D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aute 33">
            <a:extLst>
              <a:ext uri="{FF2B5EF4-FFF2-40B4-BE49-F238E27FC236}">
                <a16:creationId xmlns:a16="http://schemas.microsoft.com/office/drawing/2014/main" id="{8A8BA609-D66F-4932-9FAA-8F2262F1E5D6}"/>
              </a:ext>
            </a:extLst>
          </p:cNvPr>
          <p:cNvSpPr/>
          <p:nvPr/>
        </p:nvSpPr>
        <p:spPr>
          <a:xfrm>
            <a:off x="1765938" y="2033758"/>
            <a:ext cx="2036127" cy="890250"/>
          </a:xfrm>
          <a:prstGeom prst="diamond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assignment</a:t>
            </a:r>
          </a:p>
        </p:txBody>
      </p: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F6BA69C5-48B5-4595-9B37-11B2402D91D1}"/>
              </a:ext>
            </a:extLst>
          </p:cNvPr>
          <p:cNvSpPr/>
          <p:nvPr/>
        </p:nvSpPr>
        <p:spPr>
          <a:xfrm>
            <a:off x="228504" y="2131814"/>
            <a:ext cx="1146558" cy="7149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Welcome and consent</a:t>
            </a:r>
          </a:p>
        </p:txBody>
      </p:sp>
      <p:cxnSp>
        <p:nvCxnSpPr>
          <p:cNvPr id="38" name="Straight Arrow Connector 12">
            <a:extLst>
              <a:ext uri="{FF2B5EF4-FFF2-40B4-BE49-F238E27FC236}">
                <a16:creationId xmlns:a16="http://schemas.microsoft.com/office/drawing/2014/main" id="{72EDD3F7-5854-45F4-8F16-8D762C243E19}"/>
              </a:ext>
            </a:extLst>
          </p:cNvPr>
          <p:cNvCxnSpPr>
            <a:cxnSpLocks/>
            <a:stCxn id="34" idx="3"/>
            <a:endCxn id="42" idx="1"/>
          </p:cNvCxnSpPr>
          <p:nvPr/>
        </p:nvCxnSpPr>
        <p:spPr>
          <a:xfrm>
            <a:off x="3802064" y="2478882"/>
            <a:ext cx="604781" cy="0"/>
          </a:xfrm>
          <a:prstGeom prst="straightConnector1">
            <a:avLst/>
          </a:prstGeom>
          <a:ln w="47625">
            <a:solidFill>
              <a:srgbClr val="859D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12">
            <a:extLst>
              <a:ext uri="{FF2B5EF4-FFF2-40B4-BE49-F238E27FC236}">
                <a16:creationId xmlns:a16="http://schemas.microsoft.com/office/drawing/2014/main" id="{B93A1DBE-5413-4CA1-81A6-48D98EC254ED}"/>
              </a:ext>
            </a:extLst>
          </p:cNvPr>
          <p:cNvCxnSpPr>
            <a:cxnSpLocks/>
            <a:stCxn id="34" idx="3"/>
            <a:endCxn id="41" idx="1"/>
          </p:cNvCxnSpPr>
          <p:nvPr/>
        </p:nvCxnSpPr>
        <p:spPr>
          <a:xfrm flipV="1">
            <a:off x="3802065" y="1625777"/>
            <a:ext cx="601031" cy="853107"/>
          </a:xfrm>
          <a:prstGeom prst="straightConnector1">
            <a:avLst/>
          </a:prstGeom>
          <a:ln w="47625">
            <a:solidFill>
              <a:srgbClr val="859D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12">
            <a:extLst>
              <a:ext uri="{FF2B5EF4-FFF2-40B4-BE49-F238E27FC236}">
                <a16:creationId xmlns:a16="http://schemas.microsoft.com/office/drawing/2014/main" id="{02E94D29-272D-4105-A24E-89FC4D8B842C}"/>
              </a:ext>
            </a:extLst>
          </p:cNvPr>
          <p:cNvCxnSpPr>
            <a:cxnSpLocks/>
            <a:stCxn id="41" idx="3"/>
          </p:cNvCxnSpPr>
          <p:nvPr/>
        </p:nvCxnSpPr>
        <p:spPr>
          <a:xfrm flipV="1">
            <a:off x="5639381" y="1603117"/>
            <a:ext cx="1962369" cy="22658"/>
          </a:xfrm>
          <a:prstGeom prst="straightConnector1">
            <a:avLst/>
          </a:prstGeom>
          <a:ln w="47625">
            <a:solidFill>
              <a:srgbClr val="859D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12">
            <a:extLst>
              <a:ext uri="{FF2B5EF4-FFF2-40B4-BE49-F238E27FC236}">
                <a16:creationId xmlns:a16="http://schemas.microsoft.com/office/drawing/2014/main" id="{00C73C9B-3750-4F5D-8ACC-418F3F4D0FE3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5643131" y="2478885"/>
            <a:ext cx="1958619" cy="1393"/>
          </a:xfrm>
          <a:prstGeom prst="straightConnector1">
            <a:avLst/>
          </a:prstGeom>
          <a:ln w="47625">
            <a:solidFill>
              <a:srgbClr val="859D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: abgerundete Ecken 4">
            <a:extLst>
              <a:ext uri="{FF2B5EF4-FFF2-40B4-BE49-F238E27FC236}">
                <a16:creationId xmlns:a16="http://schemas.microsoft.com/office/drawing/2014/main" id="{98053023-DA99-4426-9E12-3111A9F9E0BD}"/>
              </a:ext>
            </a:extLst>
          </p:cNvPr>
          <p:cNvSpPr txBox="1">
            <a:spLocks/>
          </p:cNvSpPr>
          <p:nvPr/>
        </p:nvSpPr>
        <p:spPr>
          <a:xfrm>
            <a:off x="9913218" y="2099724"/>
            <a:ext cx="1296693" cy="715513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Socio-Demographic Questions</a:t>
            </a:r>
          </a:p>
        </p:txBody>
      </p:sp>
      <p:cxnSp>
        <p:nvCxnSpPr>
          <p:cNvPr id="48" name="Straight Arrow Connector 12">
            <a:extLst>
              <a:ext uri="{FF2B5EF4-FFF2-40B4-BE49-F238E27FC236}">
                <a16:creationId xmlns:a16="http://schemas.microsoft.com/office/drawing/2014/main" id="{DB38EAEA-03C1-4808-BFCD-D28ECA9FAEEF}"/>
              </a:ext>
            </a:extLst>
          </p:cNvPr>
          <p:cNvCxnSpPr>
            <a:cxnSpLocks/>
            <a:stCxn id="23" idx="6"/>
          </p:cNvCxnSpPr>
          <p:nvPr/>
        </p:nvCxnSpPr>
        <p:spPr>
          <a:xfrm>
            <a:off x="9326223" y="1984776"/>
            <a:ext cx="586995" cy="486191"/>
          </a:xfrm>
          <a:prstGeom prst="straightConnector1">
            <a:avLst/>
          </a:prstGeom>
          <a:ln w="47625">
            <a:solidFill>
              <a:srgbClr val="859D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feld 95">
            <a:extLst>
              <a:ext uri="{FF2B5EF4-FFF2-40B4-BE49-F238E27FC236}">
                <a16:creationId xmlns:a16="http://schemas.microsoft.com/office/drawing/2014/main" id="{4607B5C9-F04C-45F5-90D5-6AC84A3A04FA}"/>
              </a:ext>
            </a:extLst>
          </p:cNvPr>
          <p:cNvSpPr txBox="1"/>
          <p:nvPr/>
        </p:nvSpPr>
        <p:spPr>
          <a:xfrm>
            <a:off x="5647402" y="1224163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N=194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AD11D92B-6127-4331-AD6C-90DB9F5C5DE0}"/>
              </a:ext>
            </a:extLst>
          </p:cNvPr>
          <p:cNvSpPr/>
          <p:nvPr/>
        </p:nvSpPr>
        <p:spPr>
          <a:xfrm>
            <a:off x="4403094" y="1268308"/>
            <a:ext cx="1236286" cy="71493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Bio-Inspired Framing</a:t>
            </a:r>
          </a:p>
        </p:txBody>
      </p:sp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B1EA2D0E-E87F-4579-B45D-B466181DE76F}"/>
              </a:ext>
            </a:extLst>
          </p:cNvPr>
          <p:cNvSpPr/>
          <p:nvPr/>
        </p:nvSpPr>
        <p:spPr>
          <a:xfrm>
            <a:off x="4406844" y="2121415"/>
            <a:ext cx="1236286" cy="71493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Sustainability Framing</a:t>
            </a: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59512481-81D0-4C69-805F-2FACAA77611A}"/>
              </a:ext>
            </a:extLst>
          </p:cNvPr>
          <p:cNvSpPr/>
          <p:nvPr/>
        </p:nvSpPr>
        <p:spPr>
          <a:xfrm>
            <a:off x="4406844" y="2974522"/>
            <a:ext cx="1236286" cy="71493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Neutral Framing</a:t>
            </a:r>
          </a:p>
        </p:txBody>
      </p:sp>
      <p:cxnSp>
        <p:nvCxnSpPr>
          <p:cNvPr id="47" name="Straight Arrow Connector 12">
            <a:extLst>
              <a:ext uri="{FF2B5EF4-FFF2-40B4-BE49-F238E27FC236}">
                <a16:creationId xmlns:a16="http://schemas.microsoft.com/office/drawing/2014/main" id="{538E88A4-F8B0-4AB9-B912-D0FB3683E9A7}"/>
              </a:ext>
            </a:extLst>
          </p:cNvPr>
          <p:cNvCxnSpPr>
            <a:cxnSpLocks/>
            <a:stCxn id="34" idx="3"/>
            <a:endCxn id="45" idx="1"/>
          </p:cNvCxnSpPr>
          <p:nvPr/>
        </p:nvCxnSpPr>
        <p:spPr>
          <a:xfrm>
            <a:off x="3802064" y="2478884"/>
            <a:ext cx="604781" cy="853107"/>
          </a:xfrm>
          <a:prstGeom prst="straightConnector1">
            <a:avLst/>
          </a:prstGeom>
          <a:ln w="47625">
            <a:solidFill>
              <a:srgbClr val="859D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: abgerundete Ecken 4">
            <a:extLst>
              <a:ext uri="{FF2B5EF4-FFF2-40B4-BE49-F238E27FC236}">
                <a16:creationId xmlns:a16="http://schemas.microsoft.com/office/drawing/2014/main" id="{A1442E51-F637-4E92-8BCF-6C68517931F7}"/>
              </a:ext>
            </a:extLst>
          </p:cNvPr>
          <p:cNvSpPr txBox="1">
            <a:spLocks/>
          </p:cNvSpPr>
          <p:nvPr/>
        </p:nvSpPr>
        <p:spPr>
          <a:xfrm>
            <a:off x="3467102" y="905470"/>
            <a:ext cx="1724473" cy="263105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Framing Conditions:</a:t>
            </a:r>
          </a:p>
        </p:txBody>
      </p:sp>
      <p:sp>
        <p:nvSpPr>
          <p:cNvPr id="51" name="Rechteck: abgerundete Ecken 4">
            <a:extLst>
              <a:ext uri="{FF2B5EF4-FFF2-40B4-BE49-F238E27FC236}">
                <a16:creationId xmlns:a16="http://schemas.microsoft.com/office/drawing/2014/main" id="{4A2BEF98-1EDA-4A4C-94A9-D3975BCFE003}"/>
              </a:ext>
            </a:extLst>
          </p:cNvPr>
          <p:cNvSpPr txBox="1">
            <a:spLocks/>
          </p:cNvSpPr>
          <p:nvPr/>
        </p:nvSpPr>
        <p:spPr>
          <a:xfrm>
            <a:off x="7227702" y="905469"/>
            <a:ext cx="1724473" cy="263105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Survey Scales: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A17D67-6920-4C2F-91C3-514534C8352A}"/>
              </a:ext>
            </a:extLst>
          </p:cNvPr>
          <p:cNvSpPr/>
          <p:nvPr/>
        </p:nvSpPr>
        <p:spPr>
          <a:xfrm>
            <a:off x="7601750" y="1558222"/>
            <a:ext cx="1724473" cy="85310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Perceived Bio-Inspiration (12# Items)</a:t>
            </a:r>
          </a:p>
        </p:txBody>
      </p:sp>
      <p:sp>
        <p:nvSpPr>
          <p:cNvPr id="53" name="Ellipse 52">
            <a:extLst>
              <a:ext uri="{FF2B5EF4-FFF2-40B4-BE49-F238E27FC236}">
                <a16:creationId xmlns:a16="http://schemas.microsoft.com/office/drawing/2014/main" id="{118F2233-5D81-43AB-93CD-4B0FAC1DA7F4}"/>
              </a:ext>
            </a:extLst>
          </p:cNvPr>
          <p:cNvSpPr/>
          <p:nvPr/>
        </p:nvSpPr>
        <p:spPr>
          <a:xfrm>
            <a:off x="7663145" y="2547968"/>
            <a:ext cx="1724473" cy="85310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Perceived Sustainability (4# Items)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D15DCCC-3D23-4E62-8D8E-433CD497ECF4}"/>
              </a:ext>
            </a:extLst>
          </p:cNvPr>
          <p:cNvSpPr txBox="1"/>
          <p:nvPr/>
        </p:nvSpPr>
        <p:spPr>
          <a:xfrm>
            <a:off x="5647402" y="203025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N=197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E4C2ABE2-3A98-42A4-93C9-A2140C5500C5}"/>
              </a:ext>
            </a:extLst>
          </p:cNvPr>
          <p:cNvSpPr txBox="1"/>
          <p:nvPr/>
        </p:nvSpPr>
        <p:spPr>
          <a:xfrm>
            <a:off x="5647402" y="2930191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N=197</a:t>
            </a:r>
          </a:p>
        </p:txBody>
      </p:sp>
      <p:cxnSp>
        <p:nvCxnSpPr>
          <p:cNvPr id="61" name="Straight Arrow Connector 12">
            <a:extLst>
              <a:ext uri="{FF2B5EF4-FFF2-40B4-BE49-F238E27FC236}">
                <a16:creationId xmlns:a16="http://schemas.microsoft.com/office/drawing/2014/main" id="{CF9F1973-5BE1-40B6-B0E0-F50583E4219B}"/>
              </a:ext>
            </a:extLst>
          </p:cNvPr>
          <p:cNvCxnSpPr>
            <a:cxnSpLocks/>
          </p:cNvCxnSpPr>
          <p:nvPr/>
        </p:nvCxnSpPr>
        <p:spPr>
          <a:xfrm>
            <a:off x="5647400" y="3331988"/>
            <a:ext cx="1954348" cy="0"/>
          </a:xfrm>
          <a:prstGeom prst="straightConnector1">
            <a:avLst/>
          </a:prstGeom>
          <a:ln w="47625">
            <a:solidFill>
              <a:srgbClr val="859D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feld 70">
            <a:extLst>
              <a:ext uri="{FF2B5EF4-FFF2-40B4-BE49-F238E27FC236}">
                <a16:creationId xmlns:a16="http://schemas.microsoft.com/office/drawing/2014/main" id="{472ACCB3-9CA2-489C-B989-E2251B4E2A76}"/>
              </a:ext>
            </a:extLst>
          </p:cNvPr>
          <p:cNvSpPr txBox="1"/>
          <p:nvPr/>
        </p:nvSpPr>
        <p:spPr>
          <a:xfrm>
            <a:off x="5829740" y="3343427"/>
            <a:ext cx="16478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randomized scale order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57759DCB-EB93-4760-A1A5-6B6B0C662249}"/>
              </a:ext>
            </a:extLst>
          </p:cNvPr>
          <p:cNvSpPr txBox="1"/>
          <p:nvPr/>
        </p:nvSpPr>
        <p:spPr>
          <a:xfrm>
            <a:off x="5704526" y="2498430"/>
            <a:ext cx="19266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perceived sustainability first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36347EDE-372A-49C6-BA68-A4BAB3278AC3}"/>
              </a:ext>
            </a:extLst>
          </p:cNvPr>
          <p:cNvSpPr txBox="1"/>
          <p:nvPr/>
        </p:nvSpPr>
        <p:spPr>
          <a:xfrm>
            <a:off x="5614245" y="1642918"/>
            <a:ext cx="2013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perceived bio-inspiration first</a:t>
            </a:r>
          </a:p>
        </p:txBody>
      </p:sp>
      <p:cxnSp>
        <p:nvCxnSpPr>
          <p:cNvPr id="84" name="Straight Arrow Connector 12">
            <a:extLst>
              <a:ext uri="{FF2B5EF4-FFF2-40B4-BE49-F238E27FC236}">
                <a16:creationId xmlns:a16="http://schemas.microsoft.com/office/drawing/2014/main" id="{B4410728-32AF-40A3-A429-65CF8CFD52B7}"/>
              </a:ext>
            </a:extLst>
          </p:cNvPr>
          <p:cNvCxnSpPr>
            <a:cxnSpLocks/>
            <a:stCxn id="53" idx="6"/>
            <a:endCxn id="30" idx="1"/>
          </p:cNvCxnSpPr>
          <p:nvPr/>
        </p:nvCxnSpPr>
        <p:spPr>
          <a:xfrm flipV="1">
            <a:off x="9387616" y="2457481"/>
            <a:ext cx="525600" cy="517041"/>
          </a:xfrm>
          <a:prstGeom prst="straightConnector1">
            <a:avLst/>
          </a:prstGeom>
          <a:ln w="47625">
            <a:solidFill>
              <a:srgbClr val="859DB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970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52</Words>
  <Application>Microsoft Office PowerPoint</Application>
  <PresentationFormat>Benutzerdefiniert</PresentationFormat>
  <Paragraphs>17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Jessica Helm</dc:creator>
  <cp:lastModifiedBy>Julius Fenn</cp:lastModifiedBy>
  <cp:revision>136</cp:revision>
  <dcterms:created xsi:type="dcterms:W3CDTF">2022-11-11T07:25:43Z</dcterms:created>
  <dcterms:modified xsi:type="dcterms:W3CDTF">2025-12-09T17:22:37Z</dcterms:modified>
</cp:coreProperties>
</file>