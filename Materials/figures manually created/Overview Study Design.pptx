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0" r:id="rId2"/>
  </p:sldIdLst>
  <p:sldSz cx="12192000" cy="2987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Fenn" initials="JF" lastIdx="8" clrIdx="0">
    <p:extLst>
      <p:ext uri="{19B8F6BF-5375-455C-9EA6-DF929625EA0E}">
        <p15:presenceInfo xmlns:p15="http://schemas.microsoft.com/office/powerpoint/2012/main" userId="4969b09ad1230f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594" autoAdjust="0"/>
    <p:restoredTop sz="96197"/>
  </p:normalViewPr>
  <p:slideViewPr>
    <p:cSldViewPr snapToGrid="0">
      <p:cViewPr varScale="1">
        <p:scale>
          <a:sx n="104" d="100"/>
          <a:sy n="104" d="100"/>
        </p:scale>
        <p:origin x="126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10B95-DE72-CA42-8E03-6337D8532236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868613" y="1143000"/>
            <a:ext cx="125952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8975E-8E9A-1446-8739-76B5A1BBE2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52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867025" y="1143000"/>
            <a:ext cx="1259205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08F78-4A22-0044-A158-87078105912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50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488955"/>
            <a:ext cx="9144000" cy="1040154"/>
          </a:xfrm>
        </p:spPr>
        <p:txBody>
          <a:bodyPr anchor="b"/>
          <a:lstStyle>
            <a:lvl1pPr algn="ctr">
              <a:defRPr sz="261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1569221"/>
            <a:ext cx="9144000" cy="721330"/>
          </a:xfrm>
        </p:spPr>
        <p:txBody>
          <a:bodyPr/>
          <a:lstStyle>
            <a:lvl1pPr marL="0" indent="0" algn="ctr">
              <a:buNone/>
              <a:defRPr sz="1045"/>
            </a:lvl1pPr>
            <a:lvl2pPr marL="199156" indent="0" algn="ctr">
              <a:buNone/>
              <a:defRPr sz="871"/>
            </a:lvl2pPr>
            <a:lvl3pPr marL="398314" indent="0" algn="ctr">
              <a:buNone/>
              <a:defRPr sz="784"/>
            </a:lvl3pPr>
            <a:lvl4pPr marL="597469" indent="0" algn="ctr">
              <a:buNone/>
              <a:defRPr sz="697"/>
            </a:lvl4pPr>
            <a:lvl5pPr marL="796625" indent="0" algn="ctr">
              <a:buNone/>
              <a:defRPr sz="697"/>
            </a:lvl5pPr>
            <a:lvl6pPr marL="995783" indent="0" algn="ctr">
              <a:buNone/>
              <a:defRPr sz="697"/>
            </a:lvl6pPr>
            <a:lvl7pPr marL="1194939" indent="0" algn="ctr">
              <a:buNone/>
              <a:defRPr sz="697"/>
            </a:lvl7pPr>
            <a:lvl8pPr marL="1394094" indent="0" algn="ctr">
              <a:buNone/>
              <a:defRPr sz="697"/>
            </a:lvl8pPr>
            <a:lvl9pPr marL="1593252" indent="0" algn="ctr">
              <a:buNone/>
              <a:defRPr sz="69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0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5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44844"/>
            <a:ext cx="10515600" cy="1242790"/>
          </a:xfrm>
        </p:spPr>
        <p:txBody>
          <a:bodyPr anchor="b"/>
          <a:lstStyle>
            <a:lvl1pPr>
              <a:defRPr sz="261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999391"/>
            <a:ext cx="10515600" cy="653554"/>
          </a:xfrm>
        </p:spPr>
        <p:txBody>
          <a:bodyPr/>
          <a:lstStyle>
            <a:lvl1pPr marL="0" indent="0">
              <a:buNone/>
              <a:defRPr sz="1045">
                <a:solidFill>
                  <a:schemeClr val="tx1">
                    <a:tint val="75000"/>
                  </a:schemeClr>
                </a:solidFill>
              </a:defRPr>
            </a:lvl1pPr>
            <a:lvl2pPr marL="199156" indent="0">
              <a:buNone/>
              <a:defRPr sz="871">
                <a:solidFill>
                  <a:schemeClr val="tx1">
                    <a:tint val="75000"/>
                  </a:schemeClr>
                </a:solidFill>
              </a:defRPr>
            </a:lvl2pPr>
            <a:lvl3pPr marL="398314" indent="0">
              <a:buNone/>
              <a:defRPr sz="784">
                <a:solidFill>
                  <a:schemeClr val="tx1">
                    <a:tint val="75000"/>
                  </a:schemeClr>
                </a:solidFill>
              </a:defRPr>
            </a:lvl3pPr>
            <a:lvl4pPr marL="597469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4pPr>
            <a:lvl5pPr marL="796625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5pPr>
            <a:lvl6pPr marL="995783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6pPr>
            <a:lvl7pPr marL="1194939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7pPr>
            <a:lvl8pPr marL="1394094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8pPr>
            <a:lvl9pPr marL="1593252" indent="0">
              <a:buNone/>
              <a:defRPr sz="6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4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95330"/>
            <a:ext cx="5181600" cy="18956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795330"/>
            <a:ext cx="5181600" cy="18956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6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9068"/>
            <a:ext cx="10515600" cy="57747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732395"/>
            <a:ext cx="5157787" cy="358936"/>
          </a:xfrm>
        </p:spPr>
        <p:txBody>
          <a:bodyPr anchor="b"/>
          <a:lstStyle>
            <a:lvl1pPr marL="0" indent="0">
              <a:buNone/>
              <a:defRPr sz="1045" b="1"/>
            </a:lvl1pPr>
            <a:lvl2pPr marL="199156" indent="0">
              <a:buNone/>
              <a:defRPr sz="871" b="1"/>
            </a:lvl2pPr>
            <a:lvl3pPr marL="398314" indent="0">
              <a:buNone/>
              <a:defRPr sz="784" b="1"/>
            </a:lvl3pPr>
            <a:lvl4pPr marL="597469" indent="0">
              <a:buNone/>
              <a:defRPr sz="697" b="1"/>
            </a:lvl4pPr>
            <a:lvl5pPr marL="796625" indent="0">
              <a:buNone/>
              <a:defRPr sz="697" b="1"/>
            </a:lvl5pPr>
            <a:lvl6pPr marL="995783" indent="0">
              <a:buNone/>
              <a:defRPr sz="697" b="1"/>
            </a:lvl6pPr>
            <a:lvl7pPr marL="1194939" indent="0">
              <a:buNone/>
              <a:defRPr sz="697" b="1"/>
            </a:lvl7pPr>
            <a:lvl8pPr marL="1394094" indent="0">
              <a:buNone/>
              <a:defRPr sz="697" b="1"/>
            </a:lvl8pPr>
            <a:lvl9pPr marL="1593252" indent="0">
              <a:buNone/>
              <a:defRPr sz="6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091331"/>
            <a:ext cx="5157787" cy="16051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732395"/>
            <a:ext cx="5183188" cy="358936"/>
          </a:xfrm>
        </p:spPr>
        <p:txBody>
          <a:bodyPr anchor="b"/>
          <a:lstStyle>
            <a:lvl1pPr marL="0" indent="0">
              <a:buNone/>
              <a:defRPr sz="1045" b="1"/>
            </a:lvl1pPr>
            <a:lvl2pPr marL="199156" indent="0">
              <a:buNone/>
              <a:defRPr sz="871" b="1"/>
            </a:lvl2pPr>
            <a:lvl3pPr marL="398314" indent="0">
              <a:buNone/>
              <a:defRPr sz="784" b="1"/>
            </a:lvl3pPr>
            <a:lvl4pPr marL="597469" indent="0">
              <a:buNone/>
              <a:defRPr sz="697" b="1"/>
            </a:lvl4pPr>
            <a:lvl5pPr marL="796625" indent="0">
              <a:buNone/>
              <a:defRPr sz="697" b="1"/>
            </a:lvl5pPr>
            <a:lvl6pPr marL="995783" indent="0">
              <a:buNone/>
              <a:defRPr sz="697" b="1"/>
            </a:lvl6pPr>
            <a:lvl7pPr marL="1194939" indent="0">
              <a:buNone/>
              <a:defRPr sz="697" b="1"/>
            </a:lvl7pPr>
            <a:lvl8pPr marL="1394094" indent="0">
              <a:buNone/>
              <a:defRPr sz="697" b="1"/>
            </a:lvl8pPr>
            <a:lvl9pPr marL="1593252" indent="0">
              <a:buNone/>
              <a:defRPr sz="6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091331"/>
            <a:ext cx="5183188" cy="16051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9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1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9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199178"/>
            <a:ext cx="3932237" cy="697124"/>
          </a:xfrm>
        </p:spPr>
        <p:txBody>
          <a:bodyPr anchor="b"/>
          <a:lstStyle>
            <a:lvl1pPr>
              <a:defRPr sz="13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30170"/>
            <a:ext cx="6172200" cy="2123186"/>
          </a:xfrm>
        </p:spPr>
        <p:txBody>
          <a:bodyPr/>
          <a:lstStyle>
            <a:lvl1pPr>
              <a:defRPr sz="1394"/>
            </a:lvl1pPr>
            <a:lvl2pPr>
              <a:defRPr sz="1220"/>
            </a:lvl2pPr>
            <a:lvl3pPr>
              <a:defRPr sz="1045"/>
            </a:lvl3pPr>
            <a:lvl4pPr>
              <a:defRPr sz="871"/>
            </a:lvl4pPr>
            <a:lvl5pPr>
              <a:defRPr sz="871"/>
            </a:lvl5pPr>
            <a:lvl6pPr>
              <a:defRPr sz="871"/>
            </a:lvl6pPr>
            <a:lvl7pPr>
              <a:defRPr sz="871"/>
            </a:lvl7pPr>
            <a:lvl8pPr>
              <a:defRPr sz="871"/>
            </a:lvl8pPr>
            <a:lvl9pPr>
              <a:defRPr sz="87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896303"/>
            <a:ext cx="3932237" cy="1660511"/>
          </a:xfrm>
        </p:spPr>
        <p:txBody>
          <a:bodyPr/>
          <a:lstStyle>
            <a:lvl1pPr marL="0" indent="0">
              <a:buNone/>
              <a:defRPr sz="697"/>
            </a:lvl1pPr>
            <a:lvl2pPr marL="199156" indent="0">
              <a:buNone/>
              <a:defRPr sz="610"/>
            </a:lvl2pPr>
            <a:lvl3pPr marL="398314" indent="0">
              <a:buNone/>
              <a:defRPr sz="523"/>
            </a:lvl3pPr>
            <a:lvl4pPr marL="597469" indent="0">
              <a:buNone/>
              <a:defRPr sz="436"/>
            </a:lvl4pPr>
            <a:lvl5pPr marL="796625" indent="0">
              <a:buNone/>
              <a:defRPr sz="436"/>
            </a:lvl5pPr>
            <a:lvl6pPr marL="995783" indent="0">
              <a:buNone/>
              <a:defRPr sz="436"/>
            </a:lvl6pPr>
            <a:lvl7pPr marL="1194939" indent="0">
              <a:buNone/>
              <a:defRPr sz="436"/>
            </a:lvl7pPr>
            <a:lvl8pPr marL="1394094" indent="0">
              <a:buNone/>
              <a:defRPr sz="436"/>
            </a:lvl8pPr>
            <a:lvl9pPr marL="1593252" indent="0">
              <a:buNone/>
              <a:defRPr sz="43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199178"/>
            <a:ext cx="3932237" cy="697124"/>
          </a:xfrm>
        </p:spPr>
        <p:txBody>
          <a:bodyPr anchor="b"/>
          <a:lstStyle>
            <a:lvl1pPr>
              <a:defRPr sz="13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30170"/>
            <a:ext cx="6172200" cy="2123186"/>
          </a:xfrm>
        </p:spPr>
        <p:txBody>
          <a:bodyPr anchor="t"/>
          <a:lstStyle>
            <a:lvl1pPr marL="0" indent="0">
              <a:buNone/>
              <a:defRPr sz="1394"/>
            </a:lvl1pPr>
            <a:lvl2pPr marL="199156" indent="0">
              <a:buNone/>
              <a:defRPr sz="1220"/>
            </a:lvl2pPr>
            <a:lvl3pPr marL="398314" indent="0">
              <a:buNone/>
              <a:defRPr sz="1045"/>
            </a:lvl3pPr>
            <a:lvl4pPr marL="597469" indent="0">
              <a:buNone/>
              <a:defRPr sz="871"/>
            </a:lvl4pPr>
            <a:lvl5pPr marL="796625" indent="0">
              <a:buNone/>
              <a:defRPr sz="871"/>
            </a:lvl5pPr>
            <a:lvl6pPr marL="995783" indent="0">
              <a:buNone/>
              <a:defRPr sz="871"/>
            </a:lvl6pPr>
            <a:lvl7pPr marL="1194939" indent="0">
              <a:buNone/>
              <a:defRPr sz="871"/>
            </a:lvl7pPr>
            <a:lvl8pPr marL="1394094" indent="0">
              <a:buNone/>
              <a:defRPr sz="871"/>
            </a:lvl8pPr>
            <a:lvl9pPr marL="1593252" indent="0">
              <a:buNone/>
              <a:defRPr sz="87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896303"/>
            <a:ext cx="3932237" cy="1660511"/>
          </a:xfrm>
        </p:spPr>
        <p:txBody>
          <a:bodyPr/>
          <a:lstStyle>
            <a:lvl1pPr marL="0" indent="0">
              <a:buNone/>
              <a:defRPr sz="697"/>
            </a:lvl1pPr>
            <a:lvl2pPr marL="199156" indent="0">
              <a:buNone/>
              <a:defRPr sz="610"/>
            </a:lvl2pPr>
            <a:lvl3pPr marL="398314" indent="0">
              <a:buNone/>
              <a:defRPr sz="523"/>
            </a:lvl3pPr>
            <a:lvl4pPr marL="597469" indent="0">
              <a:buNone/>
              <a:defRPr sz="436"/>
            </a:lvl4pPr>
            <a:lvl5pPr marL="796625" indent="0">
              <a:buNone/>
              <a:defRPr sz="436"/>
            </a:lvl5pPr>
            <a:lvl6pPr marL="995783" indent="0">
              <a:buNone/>
              <a:defRPr sz="436"/>
            </a:lvl6pPr>
            <a:lvl7pPr marL="1194939" indent="0">
              <a:buNone/>
              <a:defRPr sz="436"/>
            </a:lvl7pPr>
            <a:lvl8pPr marL="1394094" indent="0">
              <a:buNone/>
              <a:defRPr sz="436"/>
            </a:lvl8pPr>
            <a:lvl9pPr marL="1593252" indent="0">
              <a:buNone/>
              <a:defRPr sz="43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8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9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59066"/>
            <a:ext cx="2628900" cy="253191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59066"/>
            <a:ext cx="7734300" cy="253191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1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159068"/>
            <a:ext cx="10515600" cy="577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795330"/>
            <a:ext cx="10515600" cy="1895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769132"/>
            <a:ext cx="2743200" cy="1590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8342-571A-6841-AC1D-E620118845A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2769132"/>
            <a:ext cx="4114800" cy="1590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769132"/>
            <a:ext cx="2743200" cy="1590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0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98314" rtl="0" eaLnBrk="1" latinLnBrk="0" hangingPunct="1">
        <a:lnSpc>
          <a:spcPct val="90000"/>
        </a:lnSpc>
        <a:spcBef>
          <a:spcPct val="0"/>
        </a:spcBef>
        <a:buNone/>
        <a:defRPr sz="19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9578" indent="-99578" algn="l" defTabSz="398314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220" kern="1200">
          <a:solidFill>
            <a:schemeClr val="tx1"/>
          </a:solidFill>
          <a:latin typeface="+mn-lt"/>
          <a:ea typeface="+mn-ea"/>
          <a:cs typeface="+mn-cs"/>
        </a:defRPr>
      </a:lvl1pPr>
      <a:lvl2pPr marL="298735" indent="-99578" algn="l" defTabSz="398314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1045" kern="1200">
          <a:solidFill>
            <a:schemeClr val="tx1"/>
          </a:solidFill>
          <a:latin typeface="+mn-lt"/>
          <a:ea typeface="+mn-ea"/>
          <a:cs typeface="+mn-cs"/>
        </a:defRPr>
      </a:lvl2pPr>
      <a:lvl3pPr marL="497891" indent="-99578" algn="l" defTabSz="398314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871" kern="1200">
          <a:solidFill>
            <a:schemeClr val="tx1"/>
          </a:solidFill>
          <a:latin typeface="+mn-lt"/>
          <a:ea typeface="+mn-ea"/>
          <a:cs typeface="+mn-cs"/>
        </a:defRPr>
      </a:lvl3pPr>
      <a:lvl4pPr marL="697047" indent="-99578" algn="l" defTabSz="398314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4pPr>
      <a:lvl5pPr marL="896204" indent="-99578" algn="l" defTabSz="398314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5pPr>
      <a:lvl6pPr marL="1095361" indent="-99578" algn="l" defTabSz="398314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6pPr>
      <a:lvl7pPr marL="1294517" indent="-99578" algn="l" defTabSz="398314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7pPr>
      <a:lvl8pPr marL="1493673" indent="-99578" algn="l" defTabSz="398314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8pPr>
      <a:lvl9pPr marL="1692830" indent="-99578" algn="l" defTabSz="398314" rtl="0" eaLnBrk="1" latinLnBrk="0" hangingPunct="1">
        <a:lnSpc>
          <a:spcPct val="90000"/>
        </a:lnSpc>
        <a:spcBef>
          <a:spcPts val="218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1pPr>
      <a:lvl2pPr marL="199156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2pPr>
      <a:lvl3pPr marL="398314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3pPr>
      <a:lvl4pPr marL="597469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4pPr>
      <a:lvl5pPr marL="796625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5pPr>
      <a:lvl6pPr marL="995783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6pPr>
      <a:lvl7pPr marL="1194939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7pPr>
      <a:lvl8pPr marL="1394094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8pPr>
      <a:lvl9pPr marL="1593252" algn="l" defTabSz="398314" rtl="0" eaLnBrk="1" latinLnBrk="0" hangingPunct="1">
        <a:defRPr sz="7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Arrow Connector 12">
            <a:extLst>
              <a:ext uri="{FF2B5EF4-FFF2-40B4-BE49-F238E27FC236}">
                <a16:creationId xmlns:a16="http://schemas.microsoft.com/office/drawing/2014/main" id="{9DF0DCD2-CDAD-466C-B2CC-13899D4590F1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 flipV="1">
            <a:off x="1375066" y="1722438"/>
            <a:ext cx="390871" cy="10398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aute 33">
            <a:extLst>
              <a:ext uri="{FF2B5EF4-FFF2-40B4-BE49-F238E27FC236}">
                <a16:creationId xmlns:a16="http://schemas.microsoft.com/office/drawing/2014/main" id="{8A8BA609-D66F-4932-9FAA-8F2262F1E5D6}"/>
              </a:ext>
            </a:extLst>
          </p:cNvPr>
          <p:cNvSpPr/>
          <p:nvPr/>
        </p:nvSpPr>
        <p:spPr>
          <a:xfrm>
            <a:off x="1765937" y="1277314"/>
            <a:ext cx="2036127" cy="89025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assignment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F6BA69C5-48B5-4595-9B37-11B2402D91D1}"/>
              </a:ext>
            </a:extLst>
          </p:cNvPr>
          <p:cNvSpPr/>
          <p:nvPr/>
        </p:nvSpPr>
        <p:spPr>
          <a:xfrm>
            <a:off x="228504" y="1375369"/>
            <a:ext cx="1146558" cy="7149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and consent</a:t>
            </a:r>
          </a:p>
        </p:txBody>
      </p:sp>
      <p:cxnSp>
        <p:nvCxnSpPr>
          <p:cNvPr id="38" name="Straight Arrow Connector 12">
            <a:extLst>
              <a:ext uri="{FF2B5EF4-FFF2-40B4-BE49-F238E27FC236}">
                <a16:creationId xmlns:a16="http://schemas.microsoft.com/office/drawing/2014/main" id="{72EDD3F7-5854-45F4-8F16-8D762C243E19}"/>
              </a:ext>
            </a:extLst>
          </p:cNvPr>
          <p:cNvCxnSpPr>
            <a:cxnSpLocks/>
            <a:stCxn id="34" idx="3"/>
            <a:endCxn id="42" idx="1"/>
          </p:cNvCxnSpPr>
          <p:nvPr/>
        </p:nvCxnSpPr>
        <p:spPr>
          <a:xfrm>
            <a:off x="3802063" y="1722438"/>
            <a:ext cx="604781" cy="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B93A1DBE-5413-4CA1-81A6-48D98EC254ED}"/>
              </a:ext>
            </a:extLst>
          </p:cNvPr>
          <p:cNvCxnSpPr>
            <a:cxnSpLocks/>
            <a:stCxn id="34" idx="3"/>
            <a:endCxn id="41" idx="1"/>
          </p:cNvCxnSpPr>
          <p:nvPr/>
        </p:nvCxnSpPr>
        <p:spPr>
          <a:xfrm flipV="1">
            <a:off x="3802064" y="869332"/>
            <a:ext cx="601031" cy="853107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02E94D29-272D-4105-A24E-89FC4D8B842C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5639380" y="846673"/>
            <a:ext cx="1962369" cy="22658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00C73C9B-3750-4F5D-8ACC-418F3F4D0FE3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5643130" y="1722440"/>
            <a:ext cx="1958619" cy="1393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hteck: abgerundete Ecken 4">
            <a:extLst>
              <a:ext uri="{FF2B5EF4-FFF2-40B4-BE49-F238E27FC236}">
                <a16:creationId xmlns:a16="http://schemas.microsoft.com/office/drawing/2014/main" id="{98053023-DA99-4426-9E12-3111A9F9E0BD}"/>
              </a:ext>
            </a:extLst>
          </p:cNvPr>
          <p:cNvSpPr txBox="1">
            <a:spLocks/>
          </p:cNvSpPr>
          <p:nvPr/>
        </p:nvSpPr>
        <p:spPr>
          <a:xfrm>
            <a:off x="9913217" y="1343279"/>
            <a:ext cx="1296693" cy="71551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Socio-Demographic Questions</a:t>
            </a:r>
          </a:p>
        </p:txBody>
      </p:sp>
      <p:cxnSp>
        <p:nvCxnSpPr>
          <p:cNvPr id="48" name="Straight Arrow Connector 12">
            <a:extLst>
              <a:ext uri="{FF2B5EF4-FFF2-40B4-BE49-F238E27FC236}">
                <a16:creationId xmlns:a16="http://schemas.microsoft.com/office/drawing/2014/main" id="{DB38EAEA-03C1-4808-BFCD-D28ECA9FAEEF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9326222" y="1228331"/>
            <a:ext cx="586995" cy="486191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4607B5C9-F04C-45F5-90D5-6AC84A3A04FA}"/>
              </a:ext>
            </a:extLst>
          </p:cNvPr>
          <p:cNvSpPr txBox="1"/>
          <p:nvPr/>
        </p:nvSpPr>
        <p:spPr>
          <a:xfrm>
            <a:off x="5647401" y="46771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N=194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AD11D92B-6127-4331-AD6C-90DB9F5C5DE0}"/>
              </a:ext>
            </a:extLst>
          </p:cNvPr>
          <p:cNvSpPr/>
          <p:nvPr/>
        </p:nvSpPr>
        <p:spPr>
          <a:xfrm>
            <a:off x="4403094" y="511863"/>
            <a:ext cx="1236286" cy="71493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Bio-Inspired Framing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B1EA2D0E-E87F-4579-B45D-B466181DE76F}"/>
              </a:ext>
            </a:extLst>
          </p:cNvPr>
          <p:cNvSpPr/>
          <p:nvPr/>
        </p:nvSpPr>
        <p:spPr>
          <a:xfrm>
            <a:off x="4406844" y="1364970"/>
            <a:ext cx="1236286" cy="71493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Framing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59512481-81D0-4C69-805F-2FACAA77611A}"/>
              </a:ext>
            </a:extLst>
          </p:cNvPr>
          <p:cNvSpPr/>
          <p:nvPr/>
        </p:nvSpPr>
        <p:spPr>
          <a:xfrm>
            <a:off x="4406844" y="2218077"/>
            <a:ext cx="1236286" cy="71493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 Framing</a:t>
            </a:r>
          </a:p>
        </p:txBody>
      </p:sp>
      <p:cxnSp>
        <p:nvCxnSpPr>
          <p:cNvPr id="47" name="Straight Arrow Connector 12">
            <a:extLst>
              <a:ext uri="{FF2B5EF4-FFF2-40B4-BE49-F238E27FC236}">
                <a16:creationId xmlns:a16="http://schemas.microsoft.com/office/drawing/2014/main" id="{538E88A4-F8B0-4AB9-B912-D0FB3683E9A7}"/>
              </a:ext>
            </a:extLst>
          </p:cNvPr>
          <p:cNvCxnSpPr>
            <a:cxnSpLocks/>
            <a:stCxn id="34" idx="3"/>
            <a:endCxn id="45" idx="1"/>
          </p:cNvCxnSpPr>
          <p:nvPr/>
        </p:nvCxnSpPr>
        <p:spPr>
          <a:xfrm>
            <a:off x="3802063" y="1722439"/>
            <a:ext cx="604781" cy="853107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hteck: abgerundete Ecken 4">
            <a:extLst>
              <a:ext uri="{FF2B5EF4-FFF2-40B4-BE49-F238E27FC236}">
                <a16:creationId xmlns:a16="http://schemas.microsoft.com/office/drawing/2014/main" id="{A1442E51-F637-4E92-8BCF-6C68517931F7}"/>
              </a:ext>
            </a:extLst>
          </p:cNvPr>
          <p:cNvSpPr txBox="1">
            <a:spLocks/>
          </p:cNvSpPr>
          <p:nvPr/>
        </p:nvSpPr>
        <p:spPr>
          <a:xfrm>
            <a:off x="3467101" y="149025"/>
            <a:ext cx="1724473" cy="26310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Framing Conditions:</a:t>
            </a:r>
          </a:p>
        </p:txBody>
      </p:sp>
      <p:sp>
        <p:nvSpPr>
          <p:cNvPr id="51" name="Rechteck: abgerundete Ecken 4">
            <a:extLst>
              <a:ext uri="{FF2B5EF4-FFF2-40B4-BE49-F238E27FC236}">
                <a16:creationId xmlns:a16="http://schemas.microsoft.com/office/drawing/2014/main" id="{4A2BEF98-1EDA-4A4C-94A9-D3975BCFE003}"/>
              </a:ext>
            </a:extLst>
          </p:cNvPr>
          <p:cNvSpPr txBox="1">
            <a:spLocks/>
          </p:cNvSpPr>
          <p:nvPr/>
        </p:nvSpPr>
        <p:spPr>
          <a:xfrm>
            <a:off x="7227701" y="149024"/>
            <a:ext cx="1724473" cy="26310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 Scales: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A17D67-6920-4C2F-91C3-514534C8352A}"/>
              </a:ext>
            </a:extLst>
          </p:cNvPr>
          <p:cNvSpPr/>
          <p:nvPr/>
        </p:nvSpPr>
        <p:spPr>
          <a:xfrm>
            <a:off x="7601749" y="801777"/>
            <a:ext cx="1724473" cy="8531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Perceived Bio-Inspiration (12# Items)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118F2233-5D81-43AB-93CD-4B0FAC1DA7F4}"/>
              </a:ext>
            </a:extLst>
          </p:cNvPr>
          <p:cNvSpPr/>
          <p:nvPr/>
        </p:nvSpPr>
        <p:spPr>
          <a:xfrm>
            <a:off x="7663144" y="1791523"/>
            <a:ext cx="1724473" cy="8531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Perceived Sustainability (4# Items)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6D15DCCC-3D23-4E62-8D8E-433CD497ECF4}"/>
              </a:ext>
            </a:extLst>
          </p:cNvPr>
          <p:cNvSpPr txBox="1"/>
          <p:nvPr/>
        </p:nvSpPr>
        <p:spPr>
          <a:xfrm>
            <a:off x="5647401" y="127381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N=197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4C2ABE2-3A98-42A4-93C9-A2140C5500C5}"/>
              </a:ext>
            </a:extLst>
          </p:cNvPr>
          <p:cNvSpPr txBox="1"/>
          <p:nvPr/>
        </p:nvSpPr>
        <p:spPr>
          <a:xfrm>
            <a:off x="5647401" y="217374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N=197</a:t>
            </a:r>
          </a:p>
        </p:txBody>
      </p:sp>
      <p:cxnSp>
        <p:nvCxnSpPr>
          <p:cNvPr id="61" name="Straight Arrow Connector 12">
            <a:extLst>
              <a:ext uri="{FF2B5EF4-FFF2-40B4-BE49-F238E27FC236}">
                <a16:creationId xmlns:a16="http://schemas.microsoft.com/office/drawing/2014/main" id="{CF9F1973-5BE1-40B6-B0E0-F50583E4219B}"/>
              </a:ext>
            </a:extLst>
          </p:cNvPr>
          <p:cNvCxnSpPr>
            <a:cxnSpLocks/>
          </p:cNvCxnSpPr>
          <p:nvPr/>
        </p:nvCxnSpPr>
        <p:spPr>
          <a:xfrm>
            <a:off x="5647400" y="2575544"/>
            <a:ext cx="1954348" cy="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feld 70">
            <a:extLst>
              <a:ext uri="{FF2B5EF4-FFF2-40B4-BE49-F238E27FC236}">
                <a16:creationId xmlns:a16="http://schemas.microsoft.com/office/drawing/2014/main" id="{472ACCB3-9CA2-489C-B989-E2251B4E2A76}"/>
              </a:ext>
            </a:extLst>
          </p:cNvPr>
          <p:cNvSpPr txBox="1"/>
          <p:nvPr/>
        </p:nvSpPr>
        <p:spPr>
          <a:xfrm>
            <a:off x="5829739" y="2586982"/>
            <a:ext cx="1647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randomized scale order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7759DCB-EB93-4760-A1A5-6B6B0C662249}"/>
              </a:ext>
            </a:extLst>
          </p:cNvPr>
          <p:cNvSpPr txBox="1"/>
          <p:nvPr/>
        </p:nvSpPr>
        <p:spPr>
          <a:xfrm>
            <a:off x="5704525" y="1741985"/>
            <a:ext cx="1926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perceived sustainability first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36347EDE-372A-49C6-BA68-A4BAB3278AC3}"/>
              </a:ext>
            </a:extLst>
          </p:cNvPr>
          <p:cNvSpPr txBox="1"/>
          <p:nvPr/>
        </p:nvSpPr>
        <p:spPr>
          <a:xfrm>
            <a:off x="5614244" y="886473"/>
            <a:ext cx="201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perceived bio-inspiration first</a:t>
            </a:r>
          </a:p>
        </p:txBody>
      </p: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B4410728-32AF-40A3-A429-65CF8CFD52B7}"/>
              </a:ext>
            </a:extLst>
          </p:cNvPr>
          <p:cNvCxnSpPr>
            <a:cxnSpLocks/>
            <a:stCxn id="53" idx="6"/>
            <a:endCxn id="30" idx="1"/>
          </p:cNvCxnSpPr>
          <p:nvPr/>
        </p:nvCxnSpPr>
        <p:spPr>
          <a:xfrm flipV="1">
            <a:off x="9387616" y="1701036"/>
            <a:ext cx="525600" cy="517041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67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</Words>
  <Application>Microsoft Office PowerPoint</Application>
  <PresentationFormat>Benutzerdefiniert</PresentationFormat>
  <Paragraphs>17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Helm</dc:creator>
  <cp:lastModifiedBy>Julius Fenn</cp:lastModifiedBy>
  <cp:revision>134</cp:revision>
  <dcterms:created xsi:type="dcterms:W3CDTF">2022-11-11T07:25:43Z</dcterms:created>
  <dcterms:modified xsi:type="dcterms:W3CDTF">2025-12-01T08:42:55Z</dcterms:modified>
</cp:coreProperties>
</file>